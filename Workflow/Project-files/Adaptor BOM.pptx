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C5E81-2FF4-4642-9527-CC7087CAA7C5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F1193-B4A2-4115-99B0-5D6B94D224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26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F1193-B4A2-4115-99B0-5D6B94D224D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06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C18F-95E9-863C-5F93-99F12366F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1CE87-42D1-8218-6E37-02AEF23A6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8274F-B0BE-044E-44B8-2D99E2DD0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3743-8906-F3BE-C95F-616A22DE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ACE09-5EBD-D717-798C-F3C92B51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2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B748-F2A5-64B7-B838-EA3C93C8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8F0DC-F1DC-BCF9-7F94-0A7DB0A5F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E6983-8B07-B46F-41BB-9DE49C84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B0F65-3C5F-787D-D7D2-B78455B5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95A2B-7552-19C9-7CBA-88A0B006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84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39E0-3A85-91B4-AC37-589D6B8ED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AC8DB-0BE0-60C1-6344-6C3CA5EE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FA739-2EB9-1707-05E0-2345952B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CB92-F549-1F7D-4053-5049B4B0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60F6A-CBA6-2EC1-7650-8BA4E5B51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48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3188-7568-C8DC-5F5F-473E574F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1E42B-9258-6D6E-533F-850CF72F4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28FDD-E1A9-6500-7067-D203B3A32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E4ACE-EE68-D76A-3EFE-8CDD56029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C4740-20F7-D60A-6CE2-E2EEA55D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96002-F135-DFE4-ED9D-930BAD12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0A6B-A34F-BEDD-E3C0-BB9CF77CE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72840-7938-DC78-B713-FB29C3F5E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66D3C-F1C9-FFDA-EEF4-433D0D635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C5B42-797E-2480-48FD-E1EA11E70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E27F8-6FAE-6979-3A08-074FC1DC8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895D-9D82-4FF8-D83A-4DD040E7F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56B0E8-0DE8-1D34-2DB8-9E572F86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28D52-9A12-6869-6D04-4C93F725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2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A9C2-C1C7-553F-9373-89DB9E0B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360D7-14EA-3086-744A-F202FE9C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F9A83-2727-FF08-BBAC-E449C5DF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C7B936-1622-580E-CD64-4467FB66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67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01D78-F677-7CD8-ED26-5E41A509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C9B61-8783-8D98-2F6B-4B666733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9E838-1A7B-57F4-5CB2-60BCE2E2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381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DF8E-9C29-29AD-0BC4-F7E87DE4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C8149-0FD1-8655-DFBA-B9D2F88DB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B107E-0A22-1888-4D5F-48D3C0D54D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A910B-F296-C0C0-A867-4E58F3FF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C4373-C582-0168-F51F-C0CB87D6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CB1F2-9929-38CE-81A4-6F4E535E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3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9763F-9899-0BE0-3615-A91D91157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BE130B-92CC-917C-7BEA-EC46B65E6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23A37-CBC9-5297-CFC2-5615152AB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C228E-7B01-F762-A1C1-02F2D9D3F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B0A2C-9DBD-28E6-64DE-AF8A49167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858C1-A405-0A14-8A87-41F57B3A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57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8986-42E4-0FC0-8328-123B4040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1F12-944F-7F17-96E3-D6DAFB7C8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C97E6-0F32-CE44-4973-5A307676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B30F-9BB3-1CF8-D2F1-6A143B4F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DF851-1ABF-AAFA-C850-52D753F3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854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47F125-4DA1-6AA9-4D29-AABD9560E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D3EDD-AEF0-9B1F-2276-DA542B207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CFF6-70FC-5047-FE88-FBB533C0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349FA-185B-2F37-DA05-08F2F2AE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2859C-49E6-81C1-4E06-F2900991D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35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F5CF6-D6EC-BB54-34B6-6CEDAD9D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72472-8194-C52B-B968-F664C2810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4B930-3026-F153-2CF3-72CE5626B1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CF9902-C340-4DA7-AC63-4AEE1EDB33C3}" type="datetimeFigureOut">
              <a:rPr lang="en-GB" smtClean="0"/>
              <a:t>06/08/2026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DCB08-77C5-ED91-0489-C79B92ECC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34154-E43A-C100-9624-3EB08C8D8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47859-B4BB-4B1E-A7B5-EBC21256E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80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pc.farnell.com/multicomp-pro/5504f1-15s-02-03-f1/socket-d-pcb-r-a-15-way/dp/CN11145" TargetMode="External"/><Relationship Id="rId13" Type="http://schemas.openxmlformats.org/officeDocument/2006/relationships/image" Target="../media/image3.png"/><Relationship Id="rId18" Type="http://schemas.openxmlformats.org/officeDocument/2006/relationships/image" Target="../media/image8.png"/><Relationship Id="rId3" Type="http://schemas.openxmlformats.org/officeDocument/2006/relationships/hyperlink" Target="https://uk.rs-online.com/web/p/pcb-headers/7521800" TargetMode="External"/><Relationship Id="rId7" Type="http://schemas.openxmlformats.org/officeDocument/2006/relationships/hyperlink" Target="https://cpc.farnell.com/jst-japan-solderless-terminals/sm04b-srss-tb-lf-sn/connector-header-smt-r-a-1mm-4way/dp/CN26550" TargetMode="Externa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6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k.rs-online.com/web/p/pcb-headers/7521797" TargetMode="External"/><Relationship Id="rId11" Type="http://schemas.openxmlformats.org/officeDocument/2006/relationships/image" Target="../media/image1.png"/><Relationship Id="rId5" Type="http://schemas.openxmlformats.org/officeDocument/2006/relationships/hyperlink" Target="https://cpc.farnell.com/multicomp-pro/5504f1-37s-02-03-f1/socket-d-pcb-r-a-37-way/dp/CN11147" TargetMode="External"/><Relationship Id="rId15" Type="http://schemas.openxmlformats.org/officeDocument/2006/relationships/image" Target="../media/image5.png"/><Relationship Id="rId10" Type="http://schemas.openxmlformats.org/officeDocument/2006/relationships/hyperlink" Target="https://cpc.farnell.com/multicomp-pro/8lcm015p-301b-xx/plug-d-pcb-r-a-15way/dp/CN15215" TargetMode="External"/><Relationship Id="rId19" Type="http://schemas.openxmlformats.org/officeDocument/2006/relationships/image" Target="../media/image9.png"/><Relationship Id="rId4" Type="http://schemas.openxmlformats.org/officeDocument/2006/relationships/hyperlink" Target="https://uk.rs-online.com/web/p/pcb-headers/2518092" TargetMode="External"/><Relationship Id="rId9" Type="http://schemas.openxmlformats.org/officeDocument/2006/relationships/hyperlink" Target="https://www.amazon.co.uk/JSADZKJ-Extension-Connecter-Straight-Computers/dp/B0D95BSP16/ref=sr_1_1_sspa" TargetMode="External"/><Relationship Id="rId1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39B028-21E6-A16C-CA90-AD66E594F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665310"/>
              </p:ext>
            </p:extLst>
          </p:nvPr>
        </p:nvGraphicFramePr>
        <p:xfrm>
          <a:off x="1" y="0"/>
          <a:ext cx="12191999" cy="641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3860116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981641078"/>
                    </a:ext>
                  </a:extLst>
                </a:gridCol>
                <a:gridCol w="922867">
                  <a:extLst>
                    <a:ext uri="{9D8B030D-6E8A-4147-A177-3AD203B41FA5}">
                      <a16:colId xmlns:a16="http://schemas.microsoft.com/office/drawing/2014/main" val="299350391"/>
                    </a:ext>
                  </a:extLst>
                </a:gridCol>
                <a:gridCol w="3056467">
                  <a:extLst>
                    <a:ext uri="{9D8B030D-6E8A-4147-A177-3AD203B41FA5}">
                      <a16:colId xmlns:a16="http://schemas.microsoft.com/office/drawing/2014/main" val="4277214886"/>
                    </a:ext>
                  </a:extLst>
                </a:gridCol>
                <a:gridCol w="2506134">
                  <a:extLst>
                    <a:ext uri="{9D8B030D-6E8A-4147-A177-3AD203B41FA5}">
                      <a16:colId xmlns:a16="http://schemas.microsoft.com/office/drawing/2014/main" val="3288739369"/>
                    </a:ext>
                  </a:extLst>
                </a:gridCol>
                <a:gridCol w="1303866">
                  <a:extLst>
                    <a:ext uri="{9D8B030D-6E8A-4147-A177-3AD203B41FA5}">
                      <a16:colId xmlns:a16="http://schemas.microsoft.com/office/drawing/2014/main" val="3571736338"/>
                    </a:ext>
                  </a:extLst>
                </a:gridCol>
                <a:gridCol w="922865">
                  <a:extLst>
                    <a:ext uri="{9D8B030D-6E8A-4147-A177-3AD203B41FA5}">
                      <a16:colId xmlns:a16="http://schemas.microsoft.com/office/drawing/2014/main" val="1215361135"/>
                    </a:ext>
                  </a:extLst>
                </a:gridCol>
              </a:tblGrid>
              <a:tr h="28004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Supplier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(£)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573619"/>
                  </a:ext>
                </a:extLst>
              </a:tr>
              <a:tr h="534638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M/M D-Sub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200"/>
                        </a:lnSpc>
                        <a:buNone/>
                      </a:pPr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RND 765-00044</a:t>
                      </a:r>
                      <a:endParaRPr lang="en-GB" sz="1200" b="0" i="0" dirty="0">
                        <a:solidFill>
                          <a:srgbClr val="444444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sng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https://uk.rs-online.com/web/p/serial-cables/2834340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RND Male D-Sub 37-Pin to Male D-Sub 37-Pin Serial Cable, 1 m, RND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482688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XT30 Male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000" b="0" i="0" u="sng" strike="noStrike" dirty="0">
                          <a:solidFill>
                            <a:srgbClr val="467886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https://www.hobbyrc.co.uk/xt30-male-connectors-2x-male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XT30 Male Connectors (2x Male)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Already have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075191"/>
                  </a:ext>
                </a:extLst>
              </a:tr>
              <a:tr h="534638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JST GH 6 Way 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SM06B-GHS-TB(LF)(SN)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https://uk.rs-online.com/web/p/pcb-headers/7521800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JST GH Series Right Angle Surface PCB Header, 6 Contact(s), 1.25 mm 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417199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way Male pin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251-8092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https://uk.rs-online.com/web/p/pcb-headers/2518092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 PRO Straight Through Hole Pin Header, 3 Contact(s), 2.54 mm 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Already have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598945"/>
                  </a:ext>
                </a:extLst>
              </a:tr>
              <a:tr h="432802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 pin Female D-Sub mount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5504F1-37S-02-03-F1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https://cpc.farnell.com/multicomp-pro/5504f1-37s-02-03-f1/socket-d-pcb-r-a-37-way/dp/CN11147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 Pin D-Sub Right Angle PCB Socket with </a:t>
                      </a:r>
                      <a:r>
                        <a:rPr lang="en-GB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Boardlock</a:t>
                      </a:r>
                      <a:endParaRPr lang="en-GB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595405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Servo 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Already have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22088"/>
                  </a:ext>
                </a:extLst>
              </a:tr>
              <a:tr h="534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JST GH 4 Way Male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SM04B-GHS-TB(LF)(SN)</a:t>
                      </a:r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https://uk.rs-online.com/web/p/pcb-headers/7521797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JST GH Series Right Angle Surface PCB Header, 4 Contact(s), 1.25 mm 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922813"/>
                  </a:ext>
                </a:extLst>
              </a:tr>
              <a:tr h="5346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JST SH 4 Way Mount</a:t>
                      </a:r>
                    </a:p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SM04B-SRSS-TB(LF)(SN)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https://cpc.farnell.com/jst-japan-solderless-terminals/sm04b-srss-tb-lf-sn/connector-header-smt-r-a-1mm-4way/dp/CN26550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Pin Header, Right Angle, Wire-to-Board, 1 mm, 1 Rows, 4 Contacts, Surface Mount Right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609117"/>
                  </a:ext>
                </a:extLst>
              </a:tr>
              <a:tr h="38188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pin female D-Sub 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5504F1-15S-02-03-F1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https://cpc.farnell.com/multicomp-pro/5504f1-15s-02-03-f1/socket-d-pcb-r-a-15-way/dp/CN11145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 Pin D-Sub Right Angle PCB Socket with </a:t>
                      </a:r>
                      <a:r>
                        <a:rPr lang="en-GB" sz="1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Boardlock</a:t>
                      </a:r>
                      <a:endParaRPr lang="en-GB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31324"/>
                  </a:ext>
                </a:extLst>
              </a:tr>
              <a:tr h="496449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M/F 15 pin D-Sub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https://www.amazon.co.uk/JSADZKJ-Extension-Connecter-Straight-Computers/dp/B0D95BSP16/ref=sr_1_1_sspa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Serial (15-Pin) DB15 RS 232 Converter Cable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812560"/>
                  </a:ext>
                </a:extLst>
              </a:tr>
              <a:tr h="61101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 made JST GH 4 and 6 way &amp; SH 4 way extension cables.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58835"/>
                  </a:ext>
                </a:extLst>
              </a:tr>
              <a:tr h="446713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pin male D-Sub 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8LCM015P-301B-XX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https://cpc.farnell.com/multicomp-pro/8lcm015p-301b-xx/plug-d-pcb-r-a-15way/dp/CN15215</a:t>
                      </a:r>
                      <a:endParaRPr lang="en-GB" sz="1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 Pin D-Sub Right Angle PCB Plug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17373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D0F13BD-C92A-8214-5909-487BF07681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6737" y="397047"/>
            <a:ext cx="832992" cy="446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D4C3D7-426E-A1CA-D1CC-64EE9444B97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52482" y="914062"/>
            <a:ext cx="276386" cy="3822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E34965-2816-40A3-C621-42A80F703D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1342" y="1384948"/>
            <a:ext cx="623781" cy="4710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0FB8A2-699E-4644-C3C0-3E923A428E5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15229" y="1890253"/>
            <a:ext cx="526792" cy="3823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25D6F9-E7EC-1549-3077-61CFACA484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22603" y="3281924"/>
            <a:ext cx="995374" cy="46419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7E204F-516B-AE3B-6E65-53D858E204B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55993" y="3795406"/>
            <a:ext cx="540728" cy="49566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1E378F4-A8A8-8652-B193-23CB68F5080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flipV="1">
            <a:off x="10330853" y="4791349"/>
            <a:ext cx="540728" cy="45647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F96D0BA-7C9D-CD06-2E2E-365DDC7E69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1342" y="2356622"/>
            <a:ext cx="654191" cy="36480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53677A4-36F0-93AD-D54D-13C0A84032D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39766" y="4379547"/>
            <a:ext cx="456955" cy="33174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92AFFA3-C9AB-5138-23FA-56E9036E704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27229" y="5981533"/>
            <a:ext cx="526891" cy="40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47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573822e-ab4a-4a1a-8a31-f618ea14244d}" enabled="0" method="" siteId="{c573822e-ab4a-4a1a-8a31-f618ea1424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422</Words>
  <Application>Microsoft Office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Berill</dc:creator>
  <cp:lastModifiedBy>Harrison Berill</cp:lastModifiedBy>
  <cp:revision>4</cp:revision>
  <dcterms:created xsi:type="dcterms:W3CDTF">2026-08-04T08:07:31Z</dcterms:created>
  <dcterms:modified xsi:type="dcterms:W3CDTF">2026-08-07T10:33:43Z</dcterms:modified>
</cp:coreProperties>
</file>