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on Berill" userId="10aaf619-2551-4c5e-86c5-d7c909e76df5" providerId="ADAL" clId="{0341A371-77EF-4D8E-8880-42543F099BF7}"/>
    <pc:docChg chg="modSld">
      <pc:chgData name="Harrison Berill" userId="10aaf619-2551-4c5e-86c5-d7c909e76df5" providerId="ADAL" clId="{0341A371-77EF-4D8E-8880-42543F099BF7}" dt="2026-08-05T10:01:24.443" v="13" actId="1076"/>
      <pc:docMkLst>
        <pc:docMk/>
      </pc:docMkLst>
      <pc:sldChg chg="modSp mod">
        <pc:chgData name="Harrison Berill" userId="10aaf619-2551-4c5e-86c5-d7c909e76df5" providerId="ADAL" clId="{0341A371-77EF-4D8E-8880-42543F099BF7}" dt="2026-08-05T10:01:24.443" v="13" actId="1076"/>
        <pc:sldMkLst>
          <pc:docMk/>
          <pc:sldMk cId="2922547740" sldId="256"/>
        </pc:sldMkLst>
        <pc:graphicFrameChg chg="modGraphic">
          <ac:chgData name="Harrison Berill" userId="10aaf619-2551-4c5e-86c5-d7c909e76df5" providerId="ADAL" clId="{0341A371-77EF-4D8E-8880-42543F099BF7}" dt="2026-08-05T10:00:40.823" v="2" actId="14100"/>
          <ac:graphicFrameMkLst>
            <pc:docMk/>
            <pc:sldMk cId="2922547740" sldId="256"/>
            <ac:graphicFrameMk id="4" creationId="{7239B028-21E6-A16C-CA90-AD66E594F072}"/>
          </ac:graphicFrameMkLst>
        </pc:graphicFrameChg>
        <pc:picChg chg="mod">
          <ac:chgData name="Harrison Berill" userId="10aaf619-2551-4c5e-86c5-d7c909e76df5" providerId="ADAL" clId="{0341A371-77EF-4D8E-8880-42543F099BF7}" dt="2026-08-05T10:01:24.443" v="13" actId="1076"/>
          <ac:picMkLst>
            <pc:docMk/>
            <pc:sldMk cId="2922547740" sldId="256"/>
            <ac:picMk id="5" creationId="{A7AF5399-BA06-60E4-F34F-0B4560CF150F}"/>
          </ac:picMkLst>
        </pc:picChg>
        <pc:picChg chg="mod">
          <ac:chgData name="Harrison Berill" userId="10aaf619-2551-4c5e-86c5-d7c909e76df5" providerId="ADAL" clId="{0341A371-77EF-4D8E-8880-42543F099BF7}" dt="2026-08-05T10:01:21.862" v="12" actId="1076"/>
          <ac:picMkLst>
            <pc:docMk/>
            <pc:sldMk cId="2922547740" sldId="256"/>
            <ac:picMk id="7" creationId="{0E9039DE-7829-7F3A-3460-FFE59D8EE23F}"/>
          </ac:picMkLst>
        </pc:picChg>
        <pc:picChg chg="mod">
          <ac:chgData name="Harrison Berill" userId="10aaf619-2551-4c5e-86c5-d7c909e76df5" providerId="ADAL" clId="{0341A371-77EF-4D8E-8880-42543F099BF7}" dt="2026-08-05T10:01:19.912" v="11" actId="1076"/>
          <ac:picMkLst>
            <pc:docMk/>
            <pc:sldMk cId="2922547740" sldId="256"/>
            <ac:picMk id="9" creationId="{06D13521-3663-CDEB-5078-6420981E4A95}"/>
          </ac:picMkLst>
        </pc:picChg>
        <pc:picChg chg="mod">
          <ac:chgData name="Harrison Berill" userId="10aaf619-2551-4c5e-86c5-d7c909e76df5" providerId="ADAL" clId="{0341A371-77EF-4D8E-8880-42543F099BF7}" dt="2026-08-05T10:01:16.932" v="10" actId="1076"/>
          <ac:picMkLst>
            <pc:docMk/>
            <pc:sldMk cId="2922547740" sldId="256"/>
            <ac:picMk id="11" creationId="{2180B10C-966E-0D59-3990-D6810001227C}"/>
          </ac:picMkLst>
        </pc:picChg>
        <pc:picChg chg="mod">
          <ac:chgData name="Harrison Berill" userId="10aaf619-2551-4c5e-86c5-d7c909e76df5" providerId="ADAL" clId="{0341A371-77EF-4D8E-8880-42543F099BF7}" dt="2026-08-05T10:01:14.773" v="9" actId="14100"/>
          <ac:picMkLst>
            <pc:docMk/>
            <pc:sldMk cId="2922547740" sldId="256"/>
            <ac:picMk id="13" creationId="{AE8FC472-AB70-977E-5C93-7E527458D03D}"/>
          </ac:picMkLst>
        </pc:picChg>
        <pc:picChg chg="mod">
          <ac:chgData name="Harrison Berill" userId="10aaf619-2551-4c5e-86c5-d7c909e76df5" providerId="ADAL" clId="{0341A371-77EF-4D8E-8880-42543F099BF7}" dt="2026-08-05T10:01:08.466" v="7" actId="1076"/>
          <ac:picMkLst>
            <pc:docMk/>
            <pc:sldMk cId="2922547740" sldId="256"/>
            <ac:picMk id="15" creationId="{BCEB3385-BB3D-FDAC-A1AC-0AE3C4479237}"/>
          </ac:picMkLst>
        </pc:picChg>
        <pc:picChg chg="mod">
          <ac:chgData name="Harrison Berill" userId="10aaf619-2551-4c5e-86c5-d7c909e76df5" providerId="ADAL" clId="{0341A371-77EF-4D8E-8880-42543F099BF7}" dt="2026-08-05T10:01:03.013" v="6" actId="14100"/>
          <ac:picMkLst>
            <pc:docMk/>
            <pc:sldMk cId="2922547740" sldId="256"/>
            <ac:picMk id="17" creationId="{AB9BA5C6-DA9F-ED51-9BC8-6E79B67DC296}"/>
          </ac:picMkLst>
        </pc:picChg>
        <pc:picChg chg="mod">
          <ac:chgData name="Harrison Berill" userId="10aaf619-2551-4c5e-86c5-d7c909e76df5" providerId="ADAL" clId="{0341A371-77EF-4D8E-8880-42543F099BF7}" dt="2026-08-05T10:00:51.497" v="4" actId="1076"/>
          <ac:picMkLst>
            <pc:docMk/>
            <pc:sldMk cId="2922547740" sldId="256"/>
            <ac:picMk id="19" creationId="{581ABBDF-54FC-3697-6DA9-E406ED6CDF03}"/>
          </ac:picMkLst>
        </pc:picChg>
        <pc:picChg chg="mod">
          <ac:chgData name="Harrison Berill" userId="10aaf619-2551-4c5e-86c5-d7c909e76df5" providerId="ADAL" clId="{0341A371-77EF-4D8E-8880-42543F099BF7}" dt="2026-08-05T10:00:48.694" v="3" actId="1076"/>
          <ac:picMkLst>
            <pc:docMk/>
            <pc:sldMk cId="2922547740" sldId="256"/>
            <ac:picMk id="21" creationId="{E359CFEB-498D-267C-26E2-8DBC82A681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C18F-95E9-863C-5F93-99F12366F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1CE87-42D1-8218-6E37-02AEF23A6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8274F-B0BE-044E-44B8-2D99E2DD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13743-8906-F3BE-C95F-616A22DE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ACE09-5EBD-D717-798C-F3C92B51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20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B748-F2A5-64B7-B838-EA3C93C8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8F0DC-F1DC-BCF9-7F94-0A7DB0A5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E6983-8B07-B46F-41BB-9DE49C84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B0F65-3C5F-787D-D7D2-B78455B5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95A2B-7552-19C9-7CBA-88A0B006B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843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39E0-3A85-91B4-AC37-589D6B8E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AC8DB-0BE0-60C1-6344-6C3CA5EE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FA739-2EB9-1707-05E0-2345952B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7CB92-F549-1F7D-4053-5049B4B0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60F6A-CBA6-2EC1-7650-8BA4E5B5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48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3188-7568-C8DC-5F5F-473E574F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1E42B-9258-6D6E-533F-850CF72F4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28FDD-E1A9-6500-7067-D203B3A32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E4ACE-EE68-D76A-3EFE-8CDD5602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C4740-20F7-D60A-6CE2-E2EEA55D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96002-F135-DFE4-ED9D-930BAD12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1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0A6B-A34F-BEDD-E3C0-BB9CF77C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72840-7938-DC78-B713-FB29C3F5E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66D3C-F1C9-FFDA-EEF4-433D0D635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C5B42-797E-2480-48FD-E1EA11E70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EE27F8-6FAE-6979-3A08-074FC1DC8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3895D-9D82-4FF8-D83A-4DD040E7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6B0E8-0DE8-1D34-2DB8-9E572F86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28D52-9A12-6869-6D04-4C93F725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2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A9C2-C1C7-553F-9373-89DB9E0B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360D7-14EA-3086-744A-F202FE9C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F9A83-2727-FF08-BBAC-E449C5DF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7B936-1622-580E-CD64-4467FB66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67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01D78-F677-7CD8-ED26-5E41A5099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7C9B61-8783-8D98-2F6B-4B6667334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9E838-1A7B-57F4-5CB2-60BCE2E2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381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DF8E-9C29-29AD-0BC4-F7E87DE4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8149-0FD1-8655-DFBA-B9D2F88DB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B107E-0A22-1888-4D5F-48D3C0D54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A910B-F296-C0C0-A867-4E58F3FF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C4373-C582-0168-F51F-C0CB87D6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CB1F2-9929-38CE-81A4-6F4E535E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23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763F-9899-0BE0-3615-A91D91157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E130B-92CC-917C-7BEA-EC46B65E6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23A37-CBC9-5297-CFC2-5615152AB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C228E-7B01-F762-A1C1-02F2D9D3F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B0A2C-9DBD-28E6-64DE-AF8A4916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858C1-A405-0A14-8A87-41F57B3A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57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8986-42E4-0FC0-8328-123B4040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D1F12-944F-7F17-96E3-D6DAFB7C8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C97E6-0F32-CE44-4973-5A3076767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9B30F-9BB3-1CF8-D2F1-6A143B4F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DF851-1ABF-AAFA-C850-52D753F3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85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47F125-4DA1-6AA9-4D29-AABD9560E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D3EDD-AEF0-9B1F-2276-DA542B207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2CFF6-70FC-5047-FE88-FBB533C0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349FA-185B-2F37-DA05-08F2F2AE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2859C-49E6-81C1-4E06-F2900991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3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F5CF6-D6EC-BB54-34B6-6CEDAD9D0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72472-8194-C52B-B968-F664C2810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B930-3026-F153-2CF3-72CE5626B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DCB08-77C5-ED91-0489-C79B92ECC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34154-E43A-C100-9624-3EB08C8D8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80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thepihut.com/products/official-sanwa-arcade-button-long-life" TargetMode="Externa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hyperlink" Target="https://uk.rs-online.com/web/p/display-development-tools/1245469" TargetMode="External"/><Relationship Id="rId7" Type="http://schemas.openxmlformats.org/officeDocument/2006/relationships/hyperlink" Target="https://uk.rs-online.com/web/p/mlccs-multilayer-ceramic-capacitors/5381433" TargetMode="External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" Type="http://schemas.openxmlformats.org/officeDocument/2006/relationships/hyperlink" Target="https://www.amazon.co.uk/Waveshare-Development-ESP32-S3-WROOM-1-Processor-Connector/dp/B0DLWGVXCS" TargetMode="Externa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k.rs-online.com/web/p/d-sub-connectors/1007822" TargetMode="External"/><Relationship Id="rId11" Type="http://schemas.openxmlformats.org/officeDocument/2006/relationships/image" Target="../media/image1.jpg"/><Relationship Id="rId5" Type="http://schemas.openxmlformats.org/officeDocument/2006/relationships/hyperlink" Target="https://uk.rs-online.com/web/p/sd-cards/2883799" TargetMode="External"/><Relationship Id="rId15" Type="http://schemas.openxmlformats.org/officeDocument/2006/relationships/image" Target="../media/image5.png"/><Relationship Id="rId10" Type="http://schemas.openxmlformats.org/officeDocument/2006/relationships/hyperlink" Target="https://www.fruugo.co.uk/high-speed-data-transfer-cord-db37-data-cable-wire-d-sub-37pin-connectors-line/p-352918890-768284818" TargetMode="External"/><Relationship Id="rId19" Type="http://schemas.openxmlformats.org/officeDocument/2006/relationships/image" Target="../media/image9.png"/><Relationship Id="rId4" Type="http://schemas.openxmlformats.org/officeDocument/2006/relationships/hyperlink" Target="https://uk.rs-online.com/web/p/multiplexer-demultiplexer-ics/6622577" TargetMode="External"/><Relationship Id="rId9" Type="http://schemas.openxmlformats.org/officeDocument/2006/relationships/hyperlink" Target="https://cpc.farnell.com/multicomp-pro/5504f1-37s-02-03-f1/socket-d-pcb-r-a-37-way/dp/CN11147" TargetMode="External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39B028-21E6-A16C-CA90-AD66E594F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305444"/>
              </p:ext>
            </p:extLst>
          </p:nvPr>
        </p:nvGraphicFramePr>
        <p:xfrm>
          <a:off x="1" y="0"/>
          <a:ext cx="12191999" cy="6733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3860116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981641078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299350391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427721488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288739369"/>
                    </a:ext>
                  </a:extLst>
                </a:gridCol>
                <a:gridCol w="1303866">
                  <a:extLst>
                    <a:ext uri="{9D8B030D-6E8A-4147-A177-3AD203B41FA5}">
                      <a16:colId xmlns:a16="http://schemas.microsoft.com/office/drawing/2014/main" val="3571736338"/>
                    </a:ext>
                  </a:extLst>
                </a:gridCol>
                <a:gridCol w="922865">
                  <a:extLst>
                    <a:ext uri="{9D8B030D-6E8A-4147-A177-3AD203B41FA5}">
                      <a16:colId xmlns:a16="http://schemas.microsoft.com/office/drawing/2014/main" val="1215361135"/>
                    </a:ext>
                  </a:extLst>
                </a:gridCol>
              </a:tblGrid>
              <a:tr h="43819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Supplier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(£)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73619"/>
                  </a:ext>
                </a:extLst>
              </a:tr>
              <a:tr h="569334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Bit Microcontroller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200"/>
                        </a:lnSpc>
                        <a:buNone/>
                      </a:pPr>
                      <a:r>
                        <a:rPr lang="en-GB" sz="1200" b="0" i="0" dirty="0">
                          <a:solidFill>
                            <a:srgbClr val="44444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ESP32-S3-DEVKITC-1U-N8R8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sng" strike="noStrike" dirty="0">
                          <a:solidFill>
                            <a:srgbClr val="46788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https://www.amazon.co.uk/Waveshare-Development-ESP32-S3-WROOM-1-Processor-Connector/dp/B0DLWGVXCS</a:t>
                      </a:r>
                      <a:endParaRPr lang="en-GB" sz="1100" b="0" i="0" u="sng" strike="noStrike" dirty="0">
                        <a:solidFill>
                          <a:srgbClr val="46788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ESP32-S3-DEV-KIT-16MB</a:t>
                      </a:r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482688"/>
                  </a:ext>
                </a:extLst>
              </a:tr>
              <a:tr h="5257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2.8 LCD Display Module With MicroSD Socket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1770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sng" strike="noStrike" dirty="0">
                          <a:solidFill>
                            <a:srgbClr val="46788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https://uk.rs-online.com/web/p/display-development-tools/1245469</a:t>
                      </a:r>
                      <a:endParaRPr lang="en-GB" sz="1100" b="0" i="0" u="sng" strike="noStrike" dirty="0">
                        <a:solidFill>
                          <a:srgbClr val="46788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ILI9341</a:t>
                      </a:r>
                    </a:p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075191"/>
                  </a:ext>
                </a:extLst>
              </a:tr>
              <a:tr h="52575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16:1 multiplexer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CD74HC4067M96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https://uk.rs-online.com/web/p/multiplexer-demultiplexer-ics/6622577</a:t>
                      </a:r>
                      <a:endParaRPr lang="en-GB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CD74HC4067M96</a:t>
                      </a:r>
                    </a:p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417199"/>
                  </a:ext>
                </a:extLst>
              </a:tr>
              <a:tr h="52575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 SD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SP008GBSTH010V10SP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https://uk.rs-online.com/web/p/sd-cards/2883799</a:t>
                      </a:r>
                      <a:endParaRPr lang="en-GB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GB </a:t>
                      </a: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MicroSDHC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microSD, Class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598945"/>
                  </a:ext>
                </a:extLst>
              </a:tr>
              <a:tr h="553514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F/F 37-way D-Sub coupler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09670374701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46788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https://uk.rs-online.com/web/p/d-sub-connectors/1007822</a:t>
                      </a:r>
                      <a:endParaRPr lang="en-GB" sz="1100" b="0" i="0" u="none" strike="noStrike" dirty="0">
                        <a:solidFill>
                          <a:srgbClr val="46788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HARTING D-Sub 37 Way Straight Cable D-Sub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449420"/>
                  </a:ext>
                </a:extLst>
              </a:tr>
              <a:tr h="52575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100nF Decoupling capacitor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C322C104K5R5TA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https://uk.rs-online.com/web/p/mlccs-multilayer-ceramic-capacitors/5381433</a:t>
                      </a:r>
                      <a:endParaRPr lang="en-GB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KEMET 100nF Ceramic Capacitor, 50V dc ±10%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691695"/>
                  </a:ext>
                </a:extLst>
              </a:tr>
              <a:tr h="52575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Snap-in arcade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OBSF-30RG</a:t>
                      </a:r>
                    </a:p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https://thepihut.com/products/official-sanwa-arcade-button-long-life</a:t>
                      </a:r>
                      <a:endParaRPr lang="en-GB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Sanwa Round 30mm Long Life Snap-in Arcade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29735"/>
                  </a:ext>
                </a:extLst>
              </a:tr>
              <a:tr h="501884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10uF Electrolytic capacitor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46494"/>
                  </a:ext>
                </a:extLst>
              </a:tr>
              <a:tr h="501884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10k Resistor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838975"/>
                  </a:ext>
                </a:extLst>
              </a:tr>
              <a:tr h="501884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TVS Diode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089519"/>
                  </a:ext>
                </a:extLst>
              </a:tr>
              <a:tr h="51908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 pin Female D-Sub mount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5504F1-37S-02-03-F1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https://cpc.farnell.com/multicomp-pro/5504f1-37s-02-03-f1/socket-d-pcb-r-a-37-way/dp/CN11147</a:t>
                      </a:r>
                      <a:endParaRPr lang="en-GB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 Pin D-Sub Right Angle PCB Socket with </a:t>
                      </a:r>
                      <a:r>
                        <a:rPr lang="en-GB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Boardlock</a:t>
                      </a:r>
                      <a:endParaRPr lang="en-GB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05922"/>
                  </a:ext>
                </a:extLst>
              </a:tr>
              <a:tr h="51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M/M 37 wire D-Sub cable</a:t>
                      </a:r>
                    </a:p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9482490105136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https://www.fruugo.co.uk/high-speed-data-transfer-cord-db37-data-cable-wire-d-sub-37pin-connectors-line/p-352918890-768284818</a:t>
                      </a:r>
                      <a:endParaRPr lang="en-GB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GB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DB37 Crimped Ribbon Data Cable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799919"/>
                  </a:ext>
                </a:extLst>
              </a:tr>
            </a:tbl>
          </a:graphicData>
        </a:graphic>
      </p:graphicFrame>
      <p:pic>
        <p:nvPicPr>
          <p:cNvPr id="5" name="Picture 4" descr="Waveshare ESP32-S3 Wi-Fi Development Board with ESP32-S3-WROOM-1 Series Module, 240MHz Dual Core Processor, 512KB SRAM, 8MB PSRAM, 16MB Flash, Type-C Connector">
            <a:extLst>
              <a:ext uri="{FF2B5EF4-FFF2-40B4-BE49-F238E27FC236}">
                <a16:creationId xmlns:a16="http://schemas.microsoft.com/office/drawing/2014/main" id="{A7AF5399-BA06-60E4-F34F-0B4560CF150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0679"/>
          <a:stretch>
            <a:fillRect/>
          </a:stretch>
        </p:blipFill>
        <p:spPr>
          <a:xfrm>
            <a:off x="10225956" y="464066"/>
            <a:ext cx="851847" cy="524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9039DE-7829-7F3A-3460-FFE59D8EE23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53354" y="1053780"/>
            <a:ext cx="645799" cy="4656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D13521-3663-CDEB-5078-6420981E4A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82674" y="1616932"/>
            <a:ext cx="562929" cy="428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80B10C-966E-0D59-3990-D681000122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05099" y="2098164"/>
            <a:ext cx="742784" cy="4504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9BA5C6-DA9F-ED51-9BC8-6E79B67DC29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23950" y="2641175"/>
            <a:ext cx="1194913" cy="4696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81ABBDF-54FC-3697-6DA9-E406ED6CDF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53354" y="3203458"/>
            <a:ext cx="597049" cy="4247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59CFEB-498D-267C-26E2-8DBC82A6814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60359" y="3694384"/>
            <a:ext cx="632264" cy="4789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E7212A-438A-A918-DFA0-439C49BBA1A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42390" y="5796425"/>
            <a:ext cx="654191" cy="364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EC7742-A2AE-12D1-EC7E-B22BDDA949F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1" r="618" b="17778"/>
          <a:stretch>
            <a:fillRect/>
          </a:stretch>
        </p:blipFill>
        <p:spPr>
          <a:xfrm>
            <a:off x="10382674" y="6241658"/>
            <a:ext cx="567729" cy="46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47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573822e-ab4a-4a1a-8a31-f618ea14244d}" enabled="0" method="" siteId="{c573822e-ab4a-4a1a-8a31-f618ea1424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2888</TotalTime>
  <Words>267</Words>
  <Application>Microsoft Office PowerPoint</Application>
  <PresentationFormat>Widescreen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Berill</dc:creator>
  <cp:lastModifiedBy>Harrison Berill</cp:lastModifiedBy>
  <cp:revision>4</cp:revision>
  <dcterms:created xsi:type="dcterms:W3CDTF">2026-08-04T08:07:31Z</dcterms:created>
  <dcterms:modified xsi:type="dcterms:W3CDTF">2026-08-07T10:32:42Z</dcterms:modified>
</cp:coreProperties>
</file>